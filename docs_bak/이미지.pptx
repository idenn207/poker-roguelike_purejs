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5B8F5-4B25-4789-95AA-81472CDEAB75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202F-70F7-4E21-BE89-97061CB8A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8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5B8F5-4B25-4789-95AA-81472CDEAB75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202F-70F7-4E21-BE89-97061CB8A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312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5B8F5-4B25-4789-95AA-81472CDEAB75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202F-70F7-4E21-BE89-97061CB8A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084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5B8F5-4B25-4789-95AA-81472CDEAB75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202F-70F7-4E21-BE89-97061CB8A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119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5B8F5-4B25-4789-95AA-81472CDEAB75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202F-70F7-4E21-BE89-97061CB8A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51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5B8F5-4B25-4789-95AA-81472CDEAB75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202F-70F7-4E21-BE89-97061CB8A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593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5B8F5-4B25-4789-95AA-81472CDEAB75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202F-70F7-4E21-BE89-97061CB8A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0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5B8F5-4B25-4789-95AA-81472CDEAB75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202F-70F7-4E21-BE89-97061CB8A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625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5B8F5-4B25-4789-95AA-81472CDEAB75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202F-70F7-4E21-BE89-97061CB8A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68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5B8F5-4B25-4789-95AA-81472CDEAB75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202F-70F7-4E21-BE89-97061CB8A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108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5B8F5-4B25-4789-95AA-81472CDEAB75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202F-70F7-4E21-BE89-97061CB8A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66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5B8F5-4B25-4789-95AA-81472CDEAB75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9202F-70F7-4E21-BE89-97061CB8A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80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72A7180C-E351-0982-5397-461F0E5F2C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3E4F7F-FCFE-FF92-0DC5-53FE5E45F066}"/>
              </a:ext>
            </a:extLst>
          </p:cNvPr>
          <p:cNvSpPr/>
          <p:nvPr/>
        </p:nvSpPr>
        <p:spPr>
          <a:xfrm>
            <a:off x="956603" y="3010486"/>
            <a:ext cx="3756074" cy="158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Description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9E0497-108C-1588-5613-C13FE0ED41F1}"/>
              </a:ext>
            </a:extLst>
          </p:cNvPr>
          <p:cNvSpPr/>
          <p:nvPr/>
        </p:nvSpPr>
        <p:spPr>
          <a:xfrm>
            <a:off x="956603" y="2634175"/>
            <a:ext cx="3756074" cy="376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Stats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10A13C-2D01-400A-E7A3-0192BDA3D008}"/>
              </a:ext>
            </a:extLst>
          </p:cNvPr>
          <p:cNvSpPr/>
          <p:nvPr/>
        </p:nvSpPr>
        <p:spPr>
          <a:xfrm>
            <a:off x="956603" y="2069708"/>
            <a:ext cx="3756074" cy="5644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Class Name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CA323FF-BE96-5991-8380-EE1582FC2CA7}"/>
              </a:ext>
            </a:extLst>
          </p:cNvPr>
          <p:cNvSpPr/>
          <p:nvPr/>
        </p:nvSpPr>
        <p:spPr>
          <a:xfrm>
            <a:off x="4093699" y="4990514"/>
            <a:ext cx="1111348" cy="11148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Class1</a:t>
            </a:r>
          </a:p>
          <a:p>
            <a:pPr algn="ctr"/>
            <a:r>
              <a:rPr lang="en-US" altLang="ko-KR" dirty="0"/>
              <a:t>image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863EDF-8DEE-A3A9-7665-965AC496EAD1}"/>
              </a:ext>
            </a:extLst>
          </p:cNvPr>
          <p:cNvSpPr/>
          <p:nvPr/>
        </p:nvSpPr>
        <p:spPr>
          <a:xfrm>
            <a:off x="5350415" y="4731794"/>
            <a:ext cx="1369252" cy="13735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Class2</a:t>
            </a:r>
          </a:p>
          <a:p>
            <a:pPr algn="ctr"/>
            <a:r>
              <a:rPr lang="en-US" altLang="ko-KR" dirty="0"/>
              <a:t>image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EE1434C-E9BB-F392-2B94-B3DDB920DB25}"/>
              </a:ext>
            </a:extLst>
          </p:cNvPr>
          <p:cNvSpPr/>
          <p:nvPr/>
        </p:nvSpPr>
        <p:spPr>
          <a:xfrm>
            <a:off x="6841586" y="4990514"/>
            <a:ext cx="1111348" cy="11148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Class3</a:t>
            </a:r>
          </a:p>
          <a:p>
            <a:pPr algn="ctr"/>
            <a:r>
              <a:rPr lang="en-US" altLang="ko-KR" dirty="0"/>
              <a:t>image</a:t>
            </a:r>
            <a:endParaRPr lang="ko-KR" altLang="en-US" dirty="0"/>
          </a:p>
        </p:txBody>
      </p:sp>
      <p:sp>
        <p:nvSpPr>
          <p:cNvPr id="11" name="화살표: 왼쪽 10">
            <a:extLst>
              <a:ext uri="{FF2B5EF4-FFF2-40B4-BE49-F238E27FC236}">
                <a16:creationId xmlns:a16="http://schemas.microsoft.com/office/drawing/2014/main" id="{9CEE1AB8-BA4D-6B45-9E7F-34484D804E3B}"/>
              </a:ext>
            </a:extLst>
          </p:cNvPr>
          <p:cNvSpPr/>
          <p:nvPr/>
        </p:nvSpPr>
        <p:spPr>
          <a:xfrm>
            <a:off x="3137095" y="5256041"/>
            <a:ext cx="811236" cy="583810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prev</a:t>
            </a:r>
            <a:endParaRPr lang="ko-KR" altLang="en-US" dirty="0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0B63B378-BB01-CE3E-890C-6D3D4DB8367F}"/>
              </a:ext>
            </a:extLst>
          </p:cNvPr>
          <p:cNvSpPr/>
          <p:nvPr/>
        </p:nvSpPr>
        <p:spPr>
          <a:xfrm>
            <a:off x="8074853" y="5256041"/>
            <a:ext cx="748856" cy="58381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next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51783AE-7B1C-92B8-9766-04D5D2BBEF95}"/>
              </a:ext>
            </a:extLst>
          </p:cNvPr>
          <p:cNvSpPr/>
          <p:nvPr/>
        </p:nvSpPr>
        <p:spPr>
          <a:xfrm>
            <a:off x="10349132" y="5418586"/>
            <a:ext cx="1842868" cy="58381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start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C4A8EDF-63FA-8BB5-0D41-F8D4B3FB30BA}"/>
              </a:ext>
            </a:extLst>
          </p:cNvPr>
          <p:cNvSpPr/>
          <p:nvPr/>
        </p:nvSpPr>
        <p:spPr>
          <a:xfrm>
            <a:off x="0" y="5418586"/>
            <a:ext cx="1842868" cy="58381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AC38D6-2756-D1DE-E962-C09DBC248990}"/>
              </a:ext>
            </a:extLst>
          </p:cNvPr>
          <p:cNvSpPr txBox="1"/>
          <p:nvPr/>
        </p:nvSpPr>
        <p:spPr>
          <a:xfrm>
            <a:off x="7731829" y="1658524"/>
            <a:ext cx="1434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Background image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24106CB-C220-95D3-55B5-4EC84B7A7299}"/>
              </a:ext>
            </a:extLst>
          </p:cNvPr>
          <p:cNvSpPr/>
          <p:nvPr/>
        </p:nvSpPr>
        <p:spPr>
          <a:xfrm>
            <a:off x="4881490" y="2069707"/>
            <a:ext cx="2335236" cy="253042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Class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4724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</TotalTime>
  <Words>18</Words>
  <Application>Microsoft Office PowerPoint</Application>
  <PresentationFormat>와이드스크린</PresentationFormat>
  <Paragraphs>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동민 박</dc:creator>
  <cp:lastModifiedBy>동민 박</cp:lastModifiedBy>
  <cp:revision>1</cp:revision>
  <dcterms:created xsi:type="dcterms:W3CDTF">2025-10-26T10:16:02Z</dcterms:created>
  <dcterms:modified xsi:type="dcterms:W3CDTF">2025-10-26T10:24:59Z</dcterms:modified>
</cp:coreProperties>
</file>